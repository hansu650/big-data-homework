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492" r:id="rId6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0943" autoAdjust="0"/>
  </p:normalViewPr>
  <p:slideViewPr>
    <p:cSldViewPr snapToGrid="0">
      <p:cViewPr varScale="1">
        <p:scale>
          <a:sx n="115" d="100"/>
          <a:sy n="115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A1B34-E698-4865-BFDE-893930EAF3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22E1A-2418-43E7-9C58-2D8E20E07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22E1A-2418-43E7-9C58-2D8E20E07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大数据分析与应用实验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                                                 </a:t>
            </a:r>
            <a:endParaRPr lang="en-US" altLang="zh-CN" dirty="0"/>
          </a:p>
          <a:p>
            <a:r>
              <a:rPr lang="en-US" altLang="zh-CN" dirty="0"/>
              <a:t>                                                            </a:t>
            </a:r>
            <a:r>
              <a:rPr lang="zh-CN" altLang="en-US" dirty="0"/>
              <a:t>湖北大学      李洁</a:t>
            </a:r>
            <a:endParaRPr lang="en-US" altLang="zh-CN" dirty="0"/>
          </a:p>
          <a:p>
            <a:r>
              <a:rPr lang="en-US" altLang="zh-CN" dirty="0"/>
              <a:t>                                                                lijneu@163.com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138"/>
    </mc:Choice>
    <mc:Fallback>
      <p:transition spd="slow" advTm="641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Classification model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765553"/>
            <a:ext cx="9601200" cy="3581400"/>
          </a:xfrm>
        </p:spPr>
        <p:txBody>
          <a:bodyPr>
            <a:noAutofit/>
          </a:bodyPr>
          <a:lstStyle/>
          <a:p>
            <a:r>
              <a:rPr lang="en-US" altLang="zh-CN" sz="3200" i="0" dirty="0"/>
              <a:t>Decision tree model</a:t>
            </a:r>
            <a:endParaRPr lang="en-US" altLang="zh-CN" sz="3200" i="0" dirty="0"/>
          </a:p>
          <a:p>
            <a:r>
              <a:rPr lang="en-US" altLang="zh-CN" sz="3200" i="0" dirty="0"/>
              <a:t>Bayesian model</a:t>
            </a:r>
            <a:endParaRPr lang="en-US" altLang="zh-CN" sz="3200" i="0" dirty="0"/>
          </a:p>
          <a:p>
            <a:r>
              <a:rPr lang="en-US" altLang="zh-CN" sz="3200" i="0" dirty="0"/>
              <a:t>Support vector machine model</a:t>
            </a:r>
            <a:endParaRPr lang="en-US" altLang="zh-CN" sz="3200" i="0" dirty="0"/>
          </a:p>
          <a:p>
            <a:endParaRPr lang="zh-CN" altLang="en-US" sz="3200" i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15"/>
    </mc:Choice>
    <mc:Fallback>
      <p:transition spd="slow" advTm="184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Classification Model Practice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495678"/>
            <a:ext cx="9601200" cy="35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dirty="0">
                <a:sym typeface="+mn-ea"/>
              </a:rPr>
              <a:t>    </a:t>
            </a:r>
            <a:r>
              <a:rPr lang="en-US" altLang="zh-CN" sz="3200" i="0" dirty="0"/>
              <a:t>Based on the given factors influencing employee attrition and historical records of whether employees have left, multiple classification models are built respectively: </a:t>
            </a:r>
            <a:r>
              <a:rPr lang="en-US" altLang="zh-CN" sz="3200" i="0" u="sng" dirty="0"/>
              <a:t>a decision tree model based on information gain, a decision tree model based on the Gini index, a naive Bayes model, and a support vector machine (SVM) model</a:t>
            </a:r>
            <a:r>
              <a:rPr lang="en-US" altLang="zh-CN" sz="3200" i="0" dirty="0"/>
              <a:t>. These models are used to predict employees who are likely to leave. Model evaluation is then performed for each model.</a:t>
            </a:r>
            <a:endParaRPr lang="en-US" altLang="zh-CN" sz="3200" i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15"/>
    </mc:Choice>
    <mc:Fallback>
      <p:transition spd="slow" advTm="18415"/>
    </mc:Fallback>
  </mc:AlternateContent>
</p:sld>
</file>

<file path=ppt/tags/tag1.xml><?xml version="1.0" encoding="utf-8"?>
<p:tagLst xmlns:p="http://schemas.openxmlformats.org/presentationml/2006/main">
  <p:tag name="commondata" val="eyJoZGlkIjoiZjgyMTg0NTI0MDQ5MzE5ZmJiODgzN2MwZDkxNzBhOTAifQ=="/>
</p:tagLst>
</file>

<file path=ppt/theme/theme1.xml><?xml version="1.0" encoding="utf-8"?>
<a:theme xmlns:a="http://schemas.openxmlformats.org/drawingml/2006/main" name="剪切">
  <a:themeElements>
    <a:clrScheme name="剪切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剪切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TM10001105[[fn=剪切]]</Template>
  <TotalTime>0</TotalTime>
  <Words>768</Words>
  <Application>WPS 演示</Application>
  <PresentationFormat>宽屏</PresentationFormat>
  <Paragraphs>17</Paragraphs>
  <Slides>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Franklin Gothic Book</vt:lpstr>
      <vt:lpstr>华文楷体</vt:lpstr>
      <vt:lpstr>微软雅黑</vt:lpstr>
      <vt:lpstr>Arial Unicode MS</vt:lpstr>
      <vt:lpstr>等线</vt:lpstr>
      <vt:lpstr>Calibri</vt:lpstr>
      <vt:lpstr>剪切</vt:lpstr>
      <vt:lpstr>机器学习实验</vt:lpstr>
      <vt:lpstr>分类模型</vt:lpstr>
      <vt:lpstr>分类模型实践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大数据分析与应用</dc:title>
  <dc:creator>Windows 用户</dc:creator>
  <cp:lastModifiedBy>15940485904</cp:lastModifiedBy>
  <cp:revision>217</cp:revision>
  <dcterms:created xsi:type="dcterms:W3CDTF">2020-02-07T05:43:00Z</dcterms:created>
  <dcterms:modified xsi:type="dcterms:W3CDTF">2025-05-07T00:29:45Z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D84FFFA3ADE048DAB2DF648CFA7ED753_13</vt:lpwstr>
  </property>
</Properties>
</file>
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491" r:id="rId6"/>
    <p:sldId id="492" r:id="rId7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0943" autoAdjust="0"/>
  </p:normalViewPr>
  <p:slideViewPr>
    <p:cSldViewPr snapToGrid="0">
      <p:cViewPr varScale="1">
        <p:scale>
          <a:sx n="115" d="100"/>
          <a:sy n="115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A1B34-E698-4865-BFDE-893930EAF3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22E1A-2418-43E7-9C58-2D8E20E07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22E1A-2418-43E7-9C58-2D8E20E07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大数据分析与应用实验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                                                 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</a:t>
            </a:r>
            <a:r>
              <a:rPr lang="zh-CN" altLang="en-US" dirty="0"/>
              <a:t>湖北大学      李洁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    lijneu@163.com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138"/>
    </mc:Choice>
    <mc:Fallback>
      <p:transition spd="slow" advTm="641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model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765553"/>
            <a:ext cx="9601200" cy="3581400"/>
          </a:xfrm>
        </p:spPr>
        <p:txBody>
          <a:bodyPr>
            <a:noAutofit/>
          </a:bodyPr>
          <a:lstStyle/>
          <a:p>
            <a:r>
              <a:rPr lang="en-US" altLang="zh-CN" sz="3200" i="0" dirty="0"/>
              <a:t>Regression model</a:t>
            </a:r>
            <a:endParaRPr lang="en-US" altLang="zh-CN" sz="3200" i="0" dirty="0"/>
          </a:p>
          <a:p>
            <a:r>
              <a:rPr lang="en-US" altLang="zh-CN" sz="3200" i="0" dirty="0"/>
              <a:t>Log-odds regression</a:t>
            </a:r>
            <a:endParaRPr lang="en-US" altLang="zh-CN" sz="32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Model Exercise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1420748"/>
            <a:ext cx="9601200" cy="3581400"/>
          </a:xfrm>
        </p:spPr>
        <p:txBody>
          <a:bodyPr>
            <a:noAutofit/>
          </a:bodyPr>
          <a:lstStyle/>
          <a:p>
            <a:r>
              <a:rPr lang="en-US" altLang="zh-CN" sz="3200" i="0" dirty="0"/>
              <a:t>Complete the following exercises based on the  given linear regression exercise document</a:t>
            </a:r>
            <a:endParaRPr lang="en-US" altLang="zh-CN" sz="3200" i="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zh-CN" sz="3200" i="0" dirty="0"/>
              <a:t>Unit linear regression</a:t>
            </a:r>
            <a:endParaRPr lang="en-US" altLang="zh-CN" sz="3200" i="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zh-CN" sz="3200" i="0" dirty="0"/>
              <a:t>Multiple linear regression</a:t>
            </a:r>
            <a:endParaRPr lang="en-US" altLang="zh-CN" sz="3200" i="0" dirty="0"/>
          </a:p>
          <a:p>
            <a:pPr algn="l">
              <a:buClrTx/>
              <a:buSzTx/>
            </a:pPr>
            <a:r>
              <a:rPr lang="en-US" altLang="zh-CN" sz="3200" i="0" dirty="0"/>
              <a:t>Complete the following exercise based on the given logistic regression documentation </a:t>
            </a:r>
            <a:endParaRPr lang="en-US" altLang="zh-CN" sz="3200" i="0" dirty="0"/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 sz="3200" i="0" dirty="0"/>
              <a:t> </a:t>
            </a:r>
            <a:r>
              <a:rPr lang="en-US" altLang="zh-CN" sz="3200" i="0" dirty="0">
                <a:sym typeface="+mn-ea"/>
              </a:rPr>
              <a:t>Logistic regression</a:t>
            </a:r>
            <a:endParaRPr lang="en-US" altLang="zh-CN" sz="3200" i="0" dirty="0">
              <a:sym typeface="+mn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 sz="3200" i="0" dirty="0">
                <a:sym typeface="+mn-ea"/>
              </a:rPr>
              <a:t>The sigmod function</a:t>
            </a:r>
            <a:endParaRPr lang="en-US" altLang="zh-CN" sz="3200" i="0" dirty="0">
              <a:sym typeface="+mn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 sz="3200" i="0" dirty="0">
                <a:sym typeface="+mn-ea"/>
              </a:rPr>
              <a:t>Gradient descent</a:t>
            </a:r>
            <a:endParaRPr lang="en-US" altLang="zh-CN" sz="3200" i="0" dirty="0">
              <a:sym typeface="+mn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 sz="3200" i="0" dirty="0">
                <a:sym typeface="+mn-ea"/>
              </a:rPr>
              <a:t>Forecasting </a:t>
            </a:r>
            <a:endParaRPr lang="en-US" altLang="zh-CN" sz="32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 Models  Practice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765553"/>
            <a:ext cx="9601200" cy="3581400"/>
          </a:xfrm>
        </p:spPr>
        <p:txBody>
          <a:bodyPr>
            <a:noAutofit/>
          </a:bodyPr>
          <a:lstStyle/>
          <a:p>
            <a:r>
              <a:rPr lang="en-US" altLang="zh-CN" sz="3200" i="0" dirty="0"/>
              <a:t>Follow-up tasks after preprocessing</a:t>
            </a:r>
            <a:endParaRPr lang="en-US" altLang="zh-CN" sz="3200" i="0" dirty="0"/>
          </a:p>
          <a:p>
            <a:pPr marL="0" indent="0">
              <a:buNone/>
            </a:pPr>
            <a:r>
              <a:rPr lang="en-US" altLang="zh-CN" sz="3200" dirty="0">
                <a:sym typeface="+mn-ea"/>
              </a:rPr>
              <a:t>     </a:t>
            </a:r>
            <a:r>
              <a:rPr lang="en-US" altLang="zh-CN" sz="2800" dirty="0">
                <a:sym typeface="+mn-ea"/>
              </a:rPr>
              <a:t>  </a:t>
            </a:r>
            <a:r>
              <a:rPr lang="en-US" altLang="zh-CN" sz="2800" i="0" dirty="0"/>
              <a:t>Using scikit-learn to build a model, </a:t>
            </a:r>
            <a:r>
              <a:rPr lang="en-US" altLang="zh-CN" sz="2800" i="0" dirty="0">
                <a:solidFill>
                  <a:srgbClr val="FF0000"/>
                </a:solidFill>
              </a:rPr>
              <a:t>evaluate it</a:t>
            </a:r>
            <a:r>
              <a:rPr lang="en-US" altLang="zh-CN" sz="2800" i="0" dirty="0"/>
              <a:t>, and make relevant predictions.</a:t>
            </a:r>
            <a:endParaRPr lang="en-US" altLang="zh-CN" sz="2800" i="0" dirty="0"/>
          </a:p>
          <a:p>
            <a:pPr marL="0" indent="0">
              <a:buNone/>
            </a:pPr>
            <a:r>
              <a:rPr lang="en-US" altLang="zh-CN" sz="2800" i="0" dirty="0"/>
              <a:t>      Based on the given factors affecting employee turnover and records of whether employees have left, build a logistic regression model to predict employees at risk of leaving.</a:t>
            </a:r>
            <a:endParaRPr lang="en-US" altLang="zh-CN" sz="2800" i="0" dirty="0"/>
          </a:p>
          <a:p>
            <a:pPr marL="0" indent="0">
              <a:buNone/>
            </a:pPr>
            <a:endParaRPr lang="zh-CN" altLang="en-US" sz="3200" i="0" dirty="0"/>
          </a:p>
          <a:p>
            <a:pPr marL="0" indent="0">
              <a:buNone/>
            </a:pPr>
            <a:r>
              <a:rPr lang="en-US" altLang="zh-CN" sz="2800" i="0" dirty="0"/>
              <a:t>python </a:t>
            </a:r>
            <a:r>
              <a:rPr lang="zh-CN" altLang="en-US" sz="2800" i="0" dirty="0"/>
              <a:t>参考：https://scikitlearn.org.cn/view/378.html</a:t>
            </a:r>
            <a:endParaRPr lang="zh-CN" altLang="en-US" sz="2800" i="0" dirty="0"/>
          </a:p>
          <a:p>
            <a:pPr marL="0" indent="0">
              <a:buNone/>
            </a:pPr>
            <a:r>
              <a:rPr lang="zh-CN" altLang="en-US" sz="2800" i="0" dirty="0"/>
              <a:t>https://scikit-learn.org/stable/index.html</a:t>
            </a:r>
            <a:endParaRPr lang="zh-CN" altLang="en-US" sz="28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tags/tag1.xml><?xml version="1.0" encoding="utf-8"?>
<p:tagLst xmlns:p="http://schemas.openxmlformats.org/presentationml/2006/main">
  <p:tag name="commondata" val="eyJoZGlkIjoiMTM3ZDMzYzllNGNhNDAwMDY0NmJlMzM2ZTMxMjAyM2YifQ=="/>
</p:tagLst>
</file>

<file path=ppt/theme/theme1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TM10001105[[fn=剪切]]</Template>
  <TotalTime>0</TotalTime>
  <Words>982</Words>
  <Application>WPS 演示</Application>
  <PresentationFormat>宽屏</PresentationFormat>
  <Paragraphs>31</Paragraphs>
  <Slides>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Franklin Gothic Book</vt:lpstr>
      <vt:lpstr>华文楷体</vt:lpstr>
      <vt:lpstr>微软雅黑</vt:lpstr>
      <vt:lpstr>Arial Unicode MS</vt:lpstr>
      <vt:lpstr>等线</vt:lpstr>
      <vt:lpstr>Wingdings</vt:lpstr>
      <vt:lpstr>剪切</vt:lpstr>
      <vt:lpstr>机器学习实验</vt:lpstr>
      <vt:lpstr>线性模型</vt:lpstr>
      <vt:lpstr>线性模型练习</vt:lpstr>
      <vt:lpstr>线性模型实践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大数据分析与应用</dc:title>
  <dc:creator>Windows 用户</dc:creator>
  <cp:lastModifiedBy>15940485904</cp:lastModifiedBy>
  <cp:revision>211</cp:revision>
  <dcterms:created xsi:type="dcterms:W3CDTF">2020-02-07T05:43:00Z</dcterms:created>
  <dcterms:modified xsi:type="dcterms:W3CDTF">2025-03-25T05:26:32Z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FC9092BD1FB7457987BCF1FA73BE846E_13</vt:lpwstr>
  </property>
</Properties>
</file>